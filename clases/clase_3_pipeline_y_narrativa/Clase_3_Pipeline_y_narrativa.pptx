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visualización de datos · Monitor Socioeconómico La Rioja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CSV al monitor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los gráficos del monitor desde su CSV, y entender el flujo completo: de dónde salen los datos, qué cadena de scripts hay detrás, y qué hacer cuando sale un dato nuevo.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69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Germán Rosati</a:t>
            </a:r>
            <a:pPr indent="0" marL="0">
              <a:buNone/>
            </a:pPr>
            <a:r>
              <a:rPr lang="en-US" sz="1400" dirty="0">
                <a:solidFill>
                  <a:srgbClr val="1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german.rosati@gmail.com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Fundar — grupo factor~data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355080"/>
            <a:ext cx="1417320" cy="1188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6537960"/>
            <a:ext cx="1417320" cy="1188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6711696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6656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6355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factor~data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6601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EIDAES_UNSAM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76895" y="6492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Taller de visualización de datos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clases 1 y 2 fueron sobre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como objeto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Esta es sobre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que lo produce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qué archivo lo dibuja, de dónde salió el CSV que lee, qué cadena de scripts hay detrás, y qué tiene que hacer alguien de la provincia cuando sale un dato nuevo.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 gráfico del monitor desde su CSV.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260604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advertencia va en el caption.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clase donde los dos perfiles hacen cosas distintas pero acopladas — la práctica final los obliga a trabajar juntos.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script de visualización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47091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source('style/fundar_monitor_theme.R') 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tema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read_csv('data/inputs_md/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12_mayor_25_superior.csv')         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LEE un CSV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df_plot %&gt;%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ggplot(aes(x = fecha, y = porc_...,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 = la_rioja_region)) +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geom_line() +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ylim(0, 35) +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scale_color_fundar_multi() +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theme_monitor() +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el gráfico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"...",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caption = fuente_fundar(...))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ggsave('outputs/plots/12_educ.png')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ESCRIBE un PNG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123444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scripts de viz son el mismo archivo.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Cambia el CSV, la columna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ylim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los textos. Si sabés hacer uno, sabés hacer los diez.</a:t>
            </a:r>
            <a:endParaRPr lang="en-US" sz="1300" dirty="0"/>
          </a:p>
          <a:p>
            <a:pPr algn="l"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script no calcula el indicador.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número ya viene hecho en el CSV — solo lo dibuja. Por eso el CSV, y no el PNG, es lo que importa versionar.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completa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352648" y="1325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CSV versionado (la "frontera")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48" y="1572768"/>
            <a:ext cx="0" cy="27432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718408" y="1847088"/>
            <a:ext cx="4754880" cy="685800"/>
          </a:xfrm>
          <a:prstGeom prst="roundRect">
            <a:avLst>
              <a:gd name="adj" fmla="val 6667"/>
            </a:avLst>
          </a:prstGeom>
          <a:solidFill>
            <a:srgbClr val="EAF0FE"/>
          </a:solidFill>
          <a:ln w="22225">
            <a:solidFill>
              <a:srgbClr val="1414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18408" y="1847088"/>
            <a:ext cx="47548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data/inputs_md/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12_mayor_25_superior.csv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2532888"/>
            <a:ext cx="0" cy="292608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58488" y="2825496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58488" y="2825496"/>
            <a:ext cx="3474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src/12_educ.R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52648" y="33467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CSV, dibuja, guarda el PNG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5848" y="3584448"/>
            <a:ext cx="0" cy="292608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84168" y="3877056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84168" y="3877056"/>
            <a:ext cx="4023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outputs/plots/12_educ.png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5848" y="4379976"/>
            <a:ext cx="0" cy="292608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18408" y="4672584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18408" y="4672584"/>
            <a:ext cx="4754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informe/monitor_la_rioja.Rmd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inserta con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mostrar("outputs/plots/12_educ.png")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por eso el CSV, y no el PNG, es lo que importa versionar.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Recordatorio: la gramática de gráficos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clase 1 vimos que un gráfico se arma con un número chico de piezas que, combinadas, generan cualquier gráfico posible — la idea de Wilkinson de una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En código, es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src/04_desoc.R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línea por línea: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1094415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read_csv('./data/inputs_md/04_tasa_desoc.csv')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DATOS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df_plot %&gt;%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ggplot(aes(x = fecha, y = tasa_desoc,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MAPEO ESTÉTICO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group = la_rioja_region,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 = la_rioja_region)) +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geom_line(linewidth = 0.7) +   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OBJETO GEOMÉTRICO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scale_color_fundar_multi(name = "Región") +     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ESCALA (dato → color)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ylim(0, 20) +                  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ESCALA (dato → posición y)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theme_monitor() +              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TODO LO QUE NO ES DATO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..., x = ..., y = ..., caption = ...)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ANOTACIÓN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92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`ggplot2` se llama así por esto: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"gg" es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of graphics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es decorativo — es el operador que compone las capas de la gramática, y por eso los diez scripts de viz del repo son la misma receta con distintos ingredientes.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¿Dentro o fuera de </a:t>
            </a:r>
            <a:pPr indent="0" marL="0">
              <a:buNone/>
            </a:pPr>
            <a:r>
              <a:rPr lang="en-US" sz="2800" b="1" dirty="0">
                <a:solidFill>
                  <a:srgbClr val="141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aes()</a:t>
            </a:r>
            <a:pPr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distinción que separa un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(depende del dato) de una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constante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depende de nada):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AES() → MAPEO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5120640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= la_rioja_region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color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una columna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dato: cada valor de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la_rioja_region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traduce a un color distinto.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87452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AES() → CONSTANTE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286000"/>
            <a:ext cx="5120640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linewidth = 0.7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grosor es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fijo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 varía con ningún dato, es una decisión de diseño igual para todas las líneas.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862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Confundir estos dos es el error nº 1 de quien arranca con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ggplot2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Va a volver en el bump chart: ahí el grosor de línea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depende del dato (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linewidth = la_rioja_region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dentro de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aes()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es una excepción deliberada, no un error.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de líneas: lo que ya saben, y lo que lo vuelve del monitor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Aplicando la gramática que acabamos de repasar a un CSV nuevo. Las cuatro decisiones que separan un gráfico de exploración de uno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monitor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—y viven casi todas en la capa de ESCALA— son: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4415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  <a:gridCol w="551383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código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factor(la_rioja_region)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Fuerza el orden 1&lt;2&lt;3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Rioja se dibuja última: queda por encima cuando las líneas se cruzan.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 Y en cero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ylim(0, 35)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esto, ggplot recorta y exagera la variación (integridad visual).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Paleta del proyecto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scale_color_fundar_multi()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esta línea, tres colores de igual peso y La Rioja no salta.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 X domado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scale_x_discrete(breaks = quiebres_x)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 es texto, 75 categorías → el truco deja 2 marcas por año.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09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más robusta: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lubridate::yq(fecha)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scale_x_date()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 que se usa en la práctica.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 chart: la pregunta que responde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puesto está La Rioja respecto de las otras provincias, y cómo cambió ese puesto?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algo que la serie de tiempo no responde bien: muestra el nivel, pero no si se está ganando o perdiendo posiciones.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11094415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se lo llama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slopegraph de ranking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una familia de gráfico de líneas donde el eje Y no es un valor, sino la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cada unidad en un ranking, año a año. El repo lo usa en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src/15_pbg_ranking_percapita.R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el PBG per cápita.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15_pbg_per_capita_por_provincia.csv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24 provincias × 15 años (2010–2024).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src/15_pbg_ranking_percapita.R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script completo del bump chart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605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source("style/fundar_monitor_theme.R")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 &lt;- read_csv("data/inputs_md/15_pbg_per_capita_por_provincia.csv") 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LEE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rank_df &lt;- prov %&gt;%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group_by(anio) %&gt;%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mutate(ranking = min_rank(desc(pbg_per_capita))) %&gt;%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TRANSFORMA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ungroup()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ggplot(rank_df, aes(anio, ranking, group = provincia, color = la_rioja_region)) +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geom_line(aes(linewidth = la_rioja_region)) +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geom_text(data = etiqueta_lr, aes(label = ranking)) +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scale_y_reverse(breaks = 1:24) +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scale_color_fundar_multi() +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scale_linewidth_manual(values = c(0.3, 0.5, 1.4)) +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theme_monitor() +                                 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DIBUJA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labs(title = "...", caption = fuente_fundar(...))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ggsave("outputs/plots/clase3_bump_pbg.png")         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GUARDA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esqueleto de siempre: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→ dibuja → guarda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 único que se mete en el medio es un paso de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graficar — el tema de la próxima slide.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Comparación: el script de líneas vs. el del bump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12_EDUC.R — LÍNEA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read_csv(csv)</a:t>
            </a:r>
            <a:endParaRPr lang="en-US" sz="1250" dirty="0"/>
          </a:p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geom_line()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scale_color_fundar_multi()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theme_monitor()</a:t>
            </a:r>
            <a:endParaRPr lang="en-US" sz="1250" dirty="0"/>
          </a:p>
          <a:p>
            <a:pPr algn="l" marL="342900" indent="-342900">
              <a:lnSpc>
                <a:spcPct val="11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ggsave(png)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1887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02_BUMP_PBG.R — BUMP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916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read_csv(csv)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(nuevo)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mutate(ranking = min_rank(...))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geom_line()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geom_text()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scale_color_fundar_multi()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scale_y_reverse()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scale_linewidth_manual()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theme_monitor()</a:t>
            </a:r>
            <a:endParaRPr lang="en-US" sz="1200" dirty="0"/>
          </a:p>
          <a:p>
            <a:pPr algn="l" marL="342900" indent="-342900">
              <a:lnSpc>
                <a:spcPct val="11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ggsave(png)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 hasta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scale_color_fundar_multi()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theme_monitor()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dentro de DIBUJA. El bump agrega un paso de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graficar, y dos capas de escala más (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scale_y_reverse()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scale_linewidth_manual()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nada que no sea la misma gramática, aplicada con dos ingredientes de más.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un bump chart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17520" y="1417320"/>
            <a:ext cx="0" cy="2880360"/>
          </a:xfrm>
          <a:prstGeom prst="line">
            <a:avLst/>
          </a:prstGeom>
          <a:noFill/>
          <a:ln w="12700">
            <a:solidFill>
              <a:srgbClr val="B3B3B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331720" y="1298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4187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V="1">
            <a:off x="3017520" y="3749040"/>
            <a:ext cx="1859280" cy="-54864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876800" y="3200400"/>
            <a:ext cx="1859280" cy="-54864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736080" y="2651760"/>
            <a:ext cx="1859280" cy="-54864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554480"/>
            <a:ext cx="1859280" cy="54864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6800" y="2103120"/>
            <a:ext cx="185928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36080" y="2103120"/>
            <a:ext cx="1859280" cy="54864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017520" y="2103120"/>
            <a:ext cx="1859280" cy="-54864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6800" y="1554480"/>
            <a:ext cx="185928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6080" y="1554480"/>
            <a:ext cx="1859280" cy="164592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651760"/>
            <a:ext cx="185928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6800" y="2651760"/>
            <a:ext cx="1859280" cy="109728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36080" y="3749040"/>
            <a:ext cx="185928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3200400"/>
            <a:ext cx="1859280" cy="109728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6800" y="4297680"/>
            <a:ext cx="185928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36080" y="4297680"/>
            <a:ext cx="1859280" cy="0"/>
          </a:xfrm>
          <a:prstGeom prst="line">
            <a:avLst/>
          </a:prstGeom>
          <a:noFill/>
          <a:ln w="25400">
            <a:solidFill>
              <a:srgbClr val="C9C9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4297680"/>
            <a:ext cx="1859280" cy="-548640"/>
          </a:xfrm>
          <a:prstGeom prst="line">
            <a:avLst/>
          </a:prstGeom>
          <a:noFill/>
          <a:ln w="38100">
            <a:solidFill>
              <a:srgbClr val="1414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6800" y="3749040"/>
            <a:ext cx="1859280" cy="-548640"/>
          </a:xfrm>
          <a:prstGeom prst="line">
            <a:avLst/>
          </a:prstGeom>
          <a:noFill/>
          <a:ln w="38100">
            <a:solidFill>
              <a:srgbClr val="141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6080" y="3200400"/>
            <a:ext cx="1859280" cy="-1645920"/>
          </a:xfrm>
          <a:prstGeom prst="line">
            <a:avLst/>
          </a:prstGeom>
          <a:noFill/>
          <a:ln w="38100">
            <a:solidFill>
              <a:srgbClr val="141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4251960"/>
            <a:ext cx="91440" cy="91440"/>
          </a:xfrm>
          <a:prstGeom prst="ellipse">
            <a:avLst/>
          </a:prstGeom>
          <a:solidFill>
            <a:srgbClr val="1414D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31080" y="3703320"/>
            <a:ext cx="91440" cy="91440"/>
          </a:xfrm>
          <a:prstGeom prst="ellipse">
            <a:avLst/>
          </a:prstGeom>
          <a:solidFill>
            <a:srgbClr val="1414D6"/>
          </a:solidFill>
          <a:ln/>
        </p:spPr>
      </p:sp>
      <p:sp>
        <p:nvSpPr>
          <p:cNvPr id="26" name="Shape 24"/>
          <p:cNvSpPr/>
          <p:nvPr/>
        </p:nvSpPr>
        <p:spPr>
          <a:xfrm>
            <a:off x="6690360" y="3154680"/>
            <a:ext cx="91440" cy="91440"/>
          </a:xfrm>
          <a:prstGeom prst="ellipse">
            <a:avLst/>
          </a:prstGeom>
          <a:solidFill>
            <a:srgbClr val="1414D6"/>
          </a:solidFill>
          <a:ln/>
        </p:spPr>
      </p:sp>
      <p:sp>
        <p:nvSpPr>
          <p:cNvPr id="27" name="Shape 25"/>
          <p:cNvSpPr/>
          <p:nvPr/>
        </p:nvSpPr>
        <p:spPr>
          <a:xfrm>
            <a:off x="8549640" y="1508760"/>
            <a:ext cx="91440" cy="91440"/>
          </a:xfrm>
          <a:prstGeom prst="ellipse">
            <a:avLst/>
          </a:prstGeom>
          <a:solidFill>
            <a:srgbClr val="1414D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325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Rioja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56032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41960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7888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0" y="475488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línea es una provincia. El eje Y no es un valor: es el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ranking de ese año, con el 1° arriba. En este ejemplo, La Rioja arranca última y termina primera — el bump chart deja ver esa trayectoria de un vistazo, cosa que una tabla de rankings anuales no logra.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 chart: la misma gramática, tres cambios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→ aes → geom → scale → theme → labs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 bump chart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gráfico de líneas — lo que cambia son tres decisiones. La primera: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94415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1 DE 3 · DE VALOR A RANKING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0820095" cy="10058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rank_df &lt;- prov %&gt;%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group_by(anio) %&gt;%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mutate(ranking = min_rank(desc(pbg_per_capita))) %&gt;%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= el más alto ese año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ungroup()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3756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dibuja `pbg_per_capita`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dibuja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Muchas veces el gráfico no grafica la columna que viene en el CSV, sino algo derivado de ella en el propio script de viz: acá es un ranking; en otros casos es un índice base 100, una media móvil, una variación interanual.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ranking sí se puede comparar entre años aunque el nivel no.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PBG per cápita está en pesos constantes de 2004, así que el nivel ya es comparable — pero incluso si estuviera en pesos corrientes (como el salario del indicador 03), el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dentro de un mismo año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sería inmune a la inflación, porque afecta a las 24 jurisdicciones por igual.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2 de 3: el puesto 1 va arriba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ggplot(rank_df,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aes(anio, ranking,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group = provincia)) +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geom_line() +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scale_y_reverse(breaks = 1:24)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63640" y="12801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ranking se lee con </a:t>
            </a:r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arriba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Sin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scale_y_reverse()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dibuja el eje Y de manera creciente hacia arriba y el puesto 1 queda </a:t>
            </a:r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abajo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se lee al revés de como lo espera el ojo: subir de puesto se vería como "bajar" en el gráfico.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para la sala: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¿qué pasa si sacamos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scale_y_reverse()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— el gráfico se da vuelta y "subir en el ranking" se ve como bajar.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3 de 3: el patrón figura/fondo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líneas del mismo color son ilegibles. La solución es la misma paleta regional del monitor: las provincias de contexto en un tono claro que no se puede —ni se necesita— seguir individualmente, y La Rioja destacada.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64592" cy="164592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93392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(21 provincias) — línea fina, tono claro.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404872"/>
            <a:ext cx="164592" cy="164592"/>
          </a:xfrm>
          <a:prstGeom prst="rect">
            <a:avLst/>
          </a:prstGeom>
          <a:solidFill>
            <a:srgbClr val="1414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40864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Rioja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línea gruesa, la única que se sigue punto por punto.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11094415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ggplot(rank_df, aes(anio, ranking, group = provincia, color = la_rioja_region)) +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geom_line(aes(linewidth = la_rioja_region)) +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scale_color_fundar_multi() +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scale_linewidth_manual(values = c(0.3, 0.6, 1.4))   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contexto fino, La Rioja gruesa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 CSV ya trae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la_rioja_region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 mapeo sale directo. Reemplaza a la leyenda una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al final de la línea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Rioja 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geom_text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 el último año, con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coord_cartesian(clip = "off")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 chart: preguntas para la sala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GROUP = PROVINCIA Y NO GROUP = LA_RIOJA_REGION?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hay 24 líneas, una por provincia; el color agrupa de a tres pero la línea es por provincia.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SACO SCALE_Y_REVERSE()?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se da vuelta y "subir en el ranking" se ve como bajar.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1109441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PUEDO DISTINGUIR LAS 18 PROVINCIAS DEL "RESTO PAÍS" ENTRE SÍ. ¿ES UN PROBLEMA?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son contexto. La pregunta del gráfico es sobre La Rioja, no sobre el resto.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54480" y="23774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es soporte de una narrativa. Si el texto habla de cuatro cosas, no muestres doce. </a:t>
            </a:r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granularidad del gráfico tiene que igualar la del texto.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554480" y="41148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final Argendata, págs. 40–42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es soporte de un texto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ENGHo: el análisis publicado menciona cuatro rubros de consumo, el gráfico desagrega doce. La solución no es un gráfico más lindo: es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desagregar solo lo que el texto discute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agregar el resto.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monitor pasa lo mismo con las cinco sub-dimensiones de NBI: hoy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13a_nbi_hogares.R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grafica solo el total, y está bien, porque el análisis habla del total.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campos de texto de un gráfico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6153912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tiene que decir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hallazgo, afirmado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"La desocupación en La Rioja se ubica por debajo del promedio del NOA desde 2021"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Subtítulo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Unidad, universo, período, transformación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"Desocupados como % de la PEA. Aglomerado La Rioja, 2007–2025, promedio de 4 ondas"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+ advertencias metodológicas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"Serie interrumpida entre 2015-T3 y 2016-T1"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33756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EJEMPLO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03b_salarios_registrados_EPH.R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caption marca el cambio de metodología de ingresos (2015-2016) y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gráfico dibuja esa línea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263640" y="333756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PEOR EJEMPLO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04_desoc.R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título es el nombre de la variable, no dice nada. Los diez indicadores tienen el mismo problema.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Rioja es un dominio chico de la EPH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reportar un nivel a partir de </a:t>
            </a:r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trimestre</a:t>
            </a:r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promediar las cuatro ondas del año.</a:t>
            </a:r>
            <a:endParaRPr lang="en-US" sz="1700" dirty="0"/>
          </a:p>
          <a:p>
            <a:pPr algn="l"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</a:t>
            </a:r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una sub-dimensión de NBI </a:t>
            </a:r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 "no hay privación"</a:t>
            </a:r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significa que la muestra no alcanza para medirlo.</a:t>
            </a:r>
            <a:endParaRPr lang="en-US" sz="1700" dirty="0"/>
          </a:p>
          <a:p>
            <a:pPr algn="l"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bump: un cambio de </a:t>
            </a:r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puesto</a:t>
            </a:r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años consecutivos es probablemente ruido, no tendencia.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publica, esta advertencia va en el caption.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54480" y="2651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del monitor: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554480" y="3246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sale cada número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crudo al gráfico publicado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EPH (Encuesta Permanente de Hogares, INDEC) es la fuente de la mitad de los indicadores del monitor. No es la única fuente, pero es la única con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etapas en vez de una.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INDEC (EPH)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SIPA · OPEX · CEPAL · Min. Economía · SRT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920240"/>
            <a:ext cx="0" cy="201168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372600" y="1920240"/>
            <a:ext cx="0" cy="201168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63040" y="214884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00_descarga_eph.R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0" y="214884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NN_prep_&lt;fuente&gt;.R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 POR FUENTE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raw_data/eph/**/*.rds  [No versionado, ~1 GB]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y homologa el crudo → inputs_md/*.csv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2880360"/>
            <a:ext cx="0" cy="256032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2606040"/>
            <a:ext cx="0" cy="146304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463040" y="3182112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63040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01_limpieza_eph.R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685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proc_data/eph_*.rds  [No versionado]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3794760"/>
            <a:ext cx="0" cy="256032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3040" y="4096512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4096512"/>
            <a:ext cx="3566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02_indicadores_*.R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40690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599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inputs_md/*.csv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4709160"/>
            <a:ext cx="0" cy="256032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63040" y="5010912"/>
            <a:ext cx="9692640" cy="457200"/>
          </a:xfrm>
          <a:prstGeom prst="roundRect">
            <a:avLst>
              <a:gd name="adj" fmla="val 10000"/>
            </a:avLst>
          </a:prstGeom>
          <a:solidFill>
            <a:srgbClr val="EAF0FE"/>
          </a:solidFill>
          <a:ln w="22225">
            <a:solidFill>
              <a:srgbClr val="1414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63040" y="5010912"/>
            <a:ext cx="9692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data/inputs_md/*.csv — VERSIONADO ★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76979" y="5468112"/>
            <a:ext cx="0" cy="27432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41741" y="5468112"/>
            <a:ext cx="0" cy="27432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622499" y="5788152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22499" y="5788152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src/NN_*.R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622499" y="6281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outputs/plots/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87261" y="5788152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3B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87261" y="5788152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informe/monitor_la_rioja.Rmd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87261" y="6281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(inserta los PNG)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Zoom: las tres etapas de la EPH, script por script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 · DESCARGA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00_descarga_eph.R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incremental de microdatos trimestrales con el paquete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eph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.rds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trimestre ya existe, lo saltea.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069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data/raw_data/eph/</a:t>
            </a:r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*/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.rds — no versionado, ~1 GB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2344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· LIMPIEZA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01_limpieza_eph.R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0574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Canoniza tipos y nombres de columnas.</a:t>
            </a:r>
            <a:endParaRPr lang="en-US" sz="1050" dirty="0"/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 variables (ej. mayor_25_superior).</a:t>
            </a:r>
            <a:endParaRPr lang="en-US" sz="1050" dirty="0"/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de as.character() importa (trampa 2).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4069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data/proc_data/eph_*.rds — no versionado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23444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 · CÁLCULO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02_indicadores_eph_*.R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0574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bloque de código por indicador.</a:t>
            </a:r>
            <a:endParaRPr lang="en-US" sz="1050" dirty="0"/>
          </a:p>
          <a:p>
            <a:pPr algn="l"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 por PONDERA / PONDIIO según el indicador.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4069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data/inputs_md/*.csv — ★ versionado ★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tres scripts y no uno: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poder re-ejecutar solo una parte. La descarga completa tarda varios minutos; recalcular un indicador sobre datos ya limpios, segundos.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tomadas para el diseño del flujo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EPH tiene tres etapas y no un script: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recalcular un indicador no requiere volver a descargar ni relimpiar 19 años de microdatos. Las fuentes no-EPH son más chicas y colapsan a un solo prep.</a:t>
            </a:r>
            <a:endParaRPr lang="en-US" sz="1500" dirty="0"/>
          </a:p>
          <a:p>
            <a:pPr algn="l" marL="342900" indent="-342900">
              <a:lnSpc>
                <a:spcPct val="110000"/>
              </a:lnSpc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raw_data/ no se versiona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pero inputs_md/ sí: los microdatos pesan ~1 GB y se regeneran solos; los CSV agregados pesan poco y se revisan en un diff — si un indicador cambia, se ve exactamente en qué.</a:t>
            </a:r>
            <a:endParaRPr lang="en-US" sz="1500" dirty="0"/>
          </a:p>
          <a:p>
            <a:pPr algn="l" marL="342900" indent="-342900">
              <a:lnSpc>
                <a:spcPct val="110000"/>
              </a:lnSpc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con la estrella es la frontera del taller.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Arriba: equipo de datos. Abajo: equipo de comunicación. El contrato es el CSV: si tiene las columnas esperadas y los datos correctos, las dos mitades trabajan en paralelo sin pisarse.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inverso: de un punto del gráfico al código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1887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dibuja este punto?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737360" y="1389888"/>
            <a:ext cx="868680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389888"/>
            <a:ext cx="8503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porc_mayor_25_superior de La Rioja, 2024-Q3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src/12_educ.R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08483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dónde salió ese número?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2286000"/>
            <a:ext cx="868680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286000"/>
            <a:ext cx="8503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fila del CSV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12_mayor_25_superior.csv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8094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escribió esa fila?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3182112"/>
            <a:ext cx="868680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3182112"/>
            <a:ext cx="8503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sum(mayor_25_superior</a:t>
            </a:r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PONDERA)/sum(PONDERA)</a:t>
            </a:r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02_indicadores_eph_individuo.R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87705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dónde sale esa variable?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4078224"/>
            <a:ext cx="868680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4078224"/>
            <a:ext cx="8503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deriva de CH06 + NIVEL_ED, en la limpieza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01_limpieza_eph.R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77316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esas columnas crudas?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4974336"/>
            <a:ext cx="868680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28800" y="4974336"/>
            <a:ext cx="8503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Descargadas de la EPH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00_descarga_eph.R → raw_data/eph/individuo/2024_3_EPH_individuo.rds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inverso, más corto: el bump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0972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punto del bump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737360" y="1298448"/>
            <a:ext cx="86868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298448"/>
            <a:ext cx="8503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Rioja, 2020, puesto 22°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293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dónde sale el "puesto 22"?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2130552"/>
            <a:ext cx="86868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130552"/>
            <a:ext cx="8503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calcula en el script de viz — no viene de ningún CSV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min_rank(desc(pbg_per_capita)) en ejercicios/02_bump_pbg.R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7614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pbg_per_capita, la columna que sí usa?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2962656"/>
            <a:ext cx="86868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2962656"/>
            <a:ext cx="8503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fila del CSV versionado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15_pbg_per_capita_por_provincia.csv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59359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escribió esa fila?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3794760"/>
            <a:ext cx="86868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3794760"/>
            <a:ext cx="8503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VAB × 1e6 / población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15_prep_pbg_per_capita.R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4256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esas fuentes crudas?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4626864"/>
            <a:ext cx="86868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3B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28800" y="4626864"/>
            <a:ext cx="8503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 de CEPAL + población de DNAP</a:t>
            </a:r>
            <a:pPr algn="ctr" indent="0" marL="0">
              <a:lnSpc>
                <a:spcPct val="105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data/raw_data/pbg/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303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del indicador de educación, el primer paso hacia atrás acá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busca un CSV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 recalcula cada vez que corre el script (la </a:t>
            </a:r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slide 10). La EPH tampoco aparece en esta cadena — el PBG es una fuente distinta, con su propio prep.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trampas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descarga incremental no re-descarga.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agregás una variable, los .rds existentes no se actualizan — hay que borrarlos y volver a correr 00.</a:t>
            </a:r>
            <a:endParaRPr lang="en-US" sz="1400" dirty="0"/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de as.character() en la limpieza.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revés, las comparaciones de texto dejan de matchear </a:t>
            </a:r>
            <a:pPr algn="l"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silencio, sin error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bug más difícil de detectar del pipeline.</a:t>
            </a:r>
            <a:endParaRPr lang="en-US" sz="1400" dirty="0"/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quiebre 2015/2016.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PONDIIO no existe antes de 2016 — los niveles de salarios a ambos lados no son comparables.</a:t>
            </a:r>
            <a:endParaRPr lang="en-US" sz="1400" dirty="0"/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Rioja es un dominio chico.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Sub-dimensiones de NBI en 0,00 por muestra insuficiente, no por ausencia de privación.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trampas 3 y 4 son exactamente lo que tiene que aparecer en el caption de un gráfico publicado.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actualiza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2103120"/>
        </p:xfrm>
        <a:graphic>
          <a:graphicData uri="http://schemas.openxmlformats.org/drawingml/2006/table">
            <a:tbl>
              <a:tblPr/>
              <a:tblGrid>
                <a:gridCol w="2651760"/>
                <a:gridCol w="6245352"/>
                <a:gridCol w="2194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Salió dato nuevo de…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Frecuencia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EPH continua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00_descarga_eph.R → 01 → 02_* → viz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Trimestral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Reemplazar .xlsx → NN_prep_* → viz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CEPAL / PBG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Reemplazar Excel → 15_prep_pbg.R → 15_prep_pbg_per_capita.R → viz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publiquen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OPEX, SRT, finanzas, educación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Reemplazar raw → prep → viz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Fuerza bruta cuando no se sabe qué se tocó: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source("src/999_run_pipeline.R")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circuito de publicación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actualizo-eph-2026q2  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NUNCA sobre main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data/inputs_md/ outputs/plots/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"Actualizo indicadores EPH, onda 2026-T2"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actualizo-eph-2026q2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abrir un Pull Request en GitHub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push a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publica. El workflow de GitHub Actions renderiza el sitio y lo publica en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gh-pages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un CSV dispara esa republicación sola.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rama y el PR permiten que otro mire el cambio antes de que salga.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integradora — en parejas de perfiles mezclados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foco es leer, no escribir: nada de código para completar en clase — eso queda como refuerzo opcional para la casa.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LECTURA DE GRÁFICOS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Antes/después del gráfico de líneas, y errores de integridad plantados en el de desocupación — se identifican sin ver el código.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73736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PREDICCIÓN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variantes del código del bump: predecir qué cambia en el gráfico antes de leer la respuesta.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Consigna completa en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practica.md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de pendientes del repositorio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que nombran variables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vez de afirmar hallazgos — reescribir los diez labs().</a:t>
            </a:r>
            <a:endParaRPr lang="en-US" sz="1500" dirty="0"/>
          </a:p>
          <a:p>
            <a:pPr algn="l"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scale_x_date() en todos los scripts de viz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media hora de trabajo, diez archivos.</a:t>
            </a:r>
            <a:endParaRPr lang="en-US" sz="1500" dirty="0"/>
          </a:p>
          <a:p>
            <a:pPr algn="l"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indicador 03 en pesos corrientes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falta deflactar con IPC (el pendiente de mayor impacto).</a:t>
            </a:r>
            <a:endParaRPr lang="en-US" sz="1500" dirty="0"/>
          </a:p>
          <a:p>
            <a:pPr algn="l"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los indicadores 17 y 18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informe/monitor_la_rioja.Rmd.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1828800"/>
            <a:ext cx="9601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 gráfico es un mapeo de datos a propiedades visuales — los canales no son intercambiables.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 pregunta define la herramienta, y un gráfico claro igual puede mentir.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1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El circuito es reproducible de punta a punta: el CSV es el contrato entre los dos equipos.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6446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Del CSV al monitor</dc:title>
  <dc:subject>PptxGenJS Presentation</dc:subject>
  <dc:creator>Germán Rosati</dc:creator>
  <cp:lastModifiedBy>Germán Rosati</cp:lastModifiedBy>
  <cp:revision>1</cp:revision>
  <dcterms:created xsi:type="dcterms:W3CDTF">2026-09-09T16:37:55Z</dcterms:created>
  <dcterms:modified xsi:type="dcterms:W3CDTF">2026-09-09T16:37:55Z</dcterms:modified>
</cp:coreProperties>
</file>